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11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43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40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04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05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5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0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003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41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5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46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Sales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Presentation</a:t>
            </a:r>
          </a:p>
          <a:p>
            <a:r>
              <a:t>Insights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data to identify trends, customer behavior, and business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peak in Feb–March and decline towards year-end.</a:t>
            </a:r>
          </a:p>
          <a:p>
            <a:endParaRPr/>
          </a:p>
          <a:p>
            <a:r>
              <a:t>Recommendation:</a:t>
            </a:r>
          </a:p>
          <a:p>
            <a:r>
              <a:t>Run campaigns during low months and replicate peak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contributes ~35% of sales.</a:t>
            </a:r>
          </a:p>
          <a:p>
            <a:r>
              <a:t>High dependency risk.</a:t>
            </a:r>
          </a:p>
          <a:p>
            <a:endParaRPr/>
          </a:p>
          <a:p>
            <a:r>
              <a:t>Recommendation:</a:t>
            </a:r>
          </a:p>
          <a:p>
            <a:r>
              <a:t>Strengthen Flipkart &amp; Myntra, improve smaller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Status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92% orders delivered successfully.</a:t>
            </a:r>
          </a:p>
          <a:p>
            <a:r>
              <a:t>~8% returns/cancellations.</a:t>
            </a:r>
          </a:p>
          <a:p>
            <a:endParaRPr/>
          </a:p>
          <a:p>
            <a:r>
              <a:t>Recommendation:</a:t>
            </a:r>
          </a:p>
          <a:p>
            <a:r>
              <a:t>Improve product quality and logistics to reduce losses.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Maharashtra is top-performing state.</a:t>
            </a:r>
          </a:p>
          <a:p>
            <a:r>
              <a:t>Sales concentrated in few regions.</a:t>
            </a:r>
          </a:p>
          <a:p>
            <a:endParaRPr/>
          </a:p>
          <a:p>
            <a:r>
              <a:t>Recommendation:</a:t>
            </a:r>
          </a:p>
          <a:p>
            <a:r>
              <a:t>Expand strategy to similar high-potential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contribute 64% of sales.</a:t>
            </a:r>
          </a:p>
          <a:p>
            <a:endParaRPr/>
          </a:p>
          <a:p>
            <a:r>
              <a:t>Recommendation:</a:t>
            </a:r>
          </a:p>
          <a:p>
            <a:r>
              <a:t>Target women-focused marketing and expand male segment.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Adults are primary buyers.</a:t>
            </a:r>
          </a:p>
          <a:p>
            <a:endParaRPr/>
          </a:p>
          <a:p>
            <a:r>
              <a:t>Recommendation:</a:t>
            </a:r>
          </a:p>
          <a:p>
            <a:r>
              <a:t>Focus on adult segment and create offers for other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dependency on Amazon</a:t>
            </a:r>
          </a:p>
          <a:p>
            <a:r>
              <a:t>• Women (adult) are core customers</a:t>
            </a:r>
          </a:p>
          <a:p>
            <a:r>
              <a:t>• Seasonal sales pattern</a:t>
            </a:r>
          </a:p>
          <a:p>
            <a:r>
              <a:t>• Strong delivery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Diversify sales channels</a:t>
            </a:r>
          </a:p>
          <a:p>
            <a:r>
              <a:t>• Target core audience</a:t>
            </a:r>
          </a:p>
          <a:p>
            <a:r>
              <a:t>• Boost low-performing months</a:t>
            </a:r>
          </a:p>
          <a:p>
            <a:r>
              <a:t>• Reduce returns</a:t>
            </a:r>
          </a:p>
          <a:p>
            <a:r>
              <a:t>• Expand geographically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208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Store Sales Dashboard</vt:lpstr>
      <vt:lpstr>Project Objective</vt:lpstr>
      <vt:lpstr>Sales Trend Insight</vt:lpstr>
      <vt:lpstr>Channel Performance</vt:lpstr>
      <vt:lpstr>Order Status Insight</vt:lpstr>
      <vt:lpstr>Regional Performance</vt:lpstr>
      <vt:lpstr>Customer Demographics</vt:lpstr>
      <vt:lpstr>Age Group Analysis</vt:lpstr>
      <vt:lpstr>Key Business Insights</vt:lpstr>
      <vt:lpstr>Final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Prajwal_F21111057</cp:lastModifiedBy>
  <cp:revision>2</cp:revision>
  <dcterms:created xsi:type="dcterms:W3CDTF">2013-01-27T09:14:16Z</dcterms:created>
  <dcterms:modified xsi:type="dcterms:W3CDTF">2026-04-07T08:07:56Z</dcterms:modified>
  <cp:category/>
</cp:coreProperties>
</file>